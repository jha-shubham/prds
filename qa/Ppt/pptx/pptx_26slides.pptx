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One-Click Checkout</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One-Click Checkout. Allows a returning customer to complete a purchase in a single click using their saved Amazon Pay address and payment method.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Buy Now Pay Later</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Buy Now Pay Later. Customers split eligible Amazon Pay purchases into interest-free EMIs at checkout, with eligibility decided in real time.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UPI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UPI Payments. Amazon Pay UPI lets users link any UPI-enabled bank account and pay merchants, scan QR codes, and send money to contacts.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Recurring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Recurring Payments. Subscription mandates over UPI AutoPay and cards-on-file allow merchants to debit customers on a fixed schedule.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Amazon Pay Wallet</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Amazon Pay Wallet. Closed-loop wallet for instant settlements on Amazon and partner merchants, with KYC-driven top-up limits.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Send Money to Contacts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Send Money to Contacts. Peer-to-peer transfers to phone-number or VPA addresses, with instant credit on the recipient bank account.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Bill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Bill Payments. Pay electricity, water, gas, broadband and postpaid bills with reminders and auto-pay opt-in across 100+ billers.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Mobile Recharge</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Mobile Recharge. Prepaid and postpaid mobile recharges across all major Indian operators with cashback offers.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DTH Recharge</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DTH Recharge. DTH set-top-box recharges with plan recommendations and renewal reminders.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Insurance Premium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Insurance Premium Payments. Pay life, health, and motor insurance premiums; supports auto-debit mandates and renewal alerts.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Credit Card Bill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Credit Card Bill Payments. Pay credit card statements via Amazon Pay UPI or net-banking with same-day settlement.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EMI Auto-Debit</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EMI Auto-Debit. Standing instructions on cards-on-file and UPI AutoPay for loan EMIs, with mandate management via Amazon Pay app.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Rewards &amp; Cashback</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Rewards &amp; Cashback. Earn Amazon Pay balance as cashback on eligible spends; cashback is fungible across Amazon.in and partner merchants.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Coupons &amp; Promo Codes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Coupons &amp; Promo Codes. Apply merchant promo codes and Amazon Pay-funded offers at the payment step.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Gift Cards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Gift Cards. Buy and redeem Amazon Pay gift cards across denominations, with corporate bulk-purchase APIs.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Merchant Settlements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Merchant Settlements. T+1 settlements for merchants over IMPS/NEFT/RTGS with line-item reconciliation reports.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Refund Processing</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Refund Processing. Source-of-payment refunds reverse to original instrument; Amazon Pay balance refunds settle instantly.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Transaction History</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Transaction History. Searchable, filterable transaction list with tax invoices, status codes, and refund linkages.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KYC Verification</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KYC Verification. Aadhaar-based, OVD, and video KYC flows that unlock wallet, full-KYC, and merchant features per regulator tiers.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Fraud Detection</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Fraud Detection. Device-fingerprint, velocity, and ML-based risk scoring at every payment attempt with step-up auth fallback.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PIN &amp; Biometric Authentication</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PIN &amp; Biometric Authentication. Re-authenticates every payment via 6-digit Amazon Pay PIN or device biometric per RBI guidelines.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Strong Customer Authentication</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Strong Customer Authentication. Two-factor authentication that combines knowledge (PIN/OTP), possession (device), and inherence (biometric) factors.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Multi-Currency Support</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Multi-Currency Support. Domestic INR rails plus cross-border AED/USD/GBP rails for select merchants and remittance corridors.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Cross-Border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Cross-Border Payments. Outbound and inbound international payments using partner networks and FEMA-compliant LRS flows.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QR Code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QR Code Payments. Static and dynamic QR support, including Bharat QR and UPI QR, with merchant-side reconciliation.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NFC Tap-to-Pay</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NFC Tap-to-Pay. EMV contactless via tokenized cards on Android devices for in-store payments.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