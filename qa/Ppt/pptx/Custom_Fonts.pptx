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Menlo"/>
              </a:rPr>
              <a:t>[Menlo]  Pay with Amazon - Custom Fonts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latin typeface="Courier New"/>
              </a:rPr>
              <a:t>[Courier New]  Headlines look like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latin typeface="Georgia"/>
              </a:rPr>
              <a:t>[Georgia]  Body copy in a serif 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latin typeface="Monaco"/>
              </a:rPr>
              <a:t>[Monaco]  Monospace for code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latin typeface="Comic Sans MS"/>
              </a:rPr>
              <a:t>[Comic Sans MS]  Friendly sans-serif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latin typeface="Impact"/>
              </a:rPr>
              <a:t>[Impact]  Brand wordmark style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