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Amazon Pay -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Tiered architecture</a:t>
            </a:r>
          </a:p>
          <a:p>
            <a:r>
              <a:rPr sz="1400" b="0"/>
              <a:t>- Client tier: Web, iOS, Android, server SDKs</a:t>
            </a:r>
          </a:p>
          <a:p>
            <a:r>
              <a:rPr sz="1400" b="0"/>
              <a:t>- Edge: API Gateway, webhook dispatcher</a:t>
            </a:r>
          </a:p>
          <a:p>
            <a:r>
              <a:rPr sz="1400" b="0"/>
              <a:t>- Service: checkout, refunds, fraud detection</a:t>
            </a:r>
          </a:p>
          <a:p>
            <a:r>
              <a:rPr sz="1400" b="0"/>
              <a:t>- Data: Postgres, DynamoDB, Kafka, S3</a:t>
            </a:r>
          </a:p>
          <a:p>
            <a:r>
              <a:rPr sz="1400" b="0"/>
              <a:t/>
            </a:r>
          </a:p>
          <a:p>
            <a:r>
              <a:rPr sz="1400" b="0"/>
              <a:t>All inter-service traffic uses mTLS;</a:t>
            </a:r>
          </a:p>
          <a:p>
            <a:r>
              <a:rPr sz="1400" b="0"/>
              <a:t>token vault is encrypted at rest.</a:t>
            </a:r>
          </a:p>
        </p:txBody>
      </p:sp>
      <p:pic>
        <p:nvPicPr>
          <p:cNvPr id="4" name="Picture 3" descr="Amazon_Pa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6400800" cy="4431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User Checkout Flow</a:t>
            </a:r>
          </a:p>
        </p:txBody>
      </p:sp>
      <p:pic>
        <p:nvPicPr>
          <p:cNvPr id="3" name="Picture 2" descr="Amazon_Pay_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518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5-step flow: Cart -&gt; Consent -&gt; Pick Instrument -&gt; Authorize -&gt; Confirmation. Target: &lt; 5s p95.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