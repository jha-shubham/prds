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Events (last 7d)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Create</c:v>
                </c:pt>
                <c:pt idx="1">
                  <c:v>Update</c:v>
                </c:pt>
                <c:pt idx="2">
                  <c:v>Delete</c:v>
                </c:pt>
                <c:pt idx="3">
                  <c:v>Copy</c:v>
                </c:pt>
                <c:pt idx="4">
                  <c:v>Archive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124</c:v>
                </c:pt>
                <c:pt idx="1">
                  <c:v>98</c:v>
                </c:pt>
                <c:pt idx="2">
                  <c:v>17</c:v>
                </c:pt>
                <c:pt idx="3">
                  <c:v>42</c:v>
                </c:pt>
                <c:pt idx="4">
                  <c:v>31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QMetry Audit Log — Last 7 days at a glance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12648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>
                <a:solidFill>
                  <a:srgbClr val="666666"/>
                </a:solidFill>
              </a:defRPr>
            </a:pPr>
            <a:r>
              <a:t>Filter reports by Project, User, Date Range, Module, and Entity Key.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80160"/>
            <a:ext cx="2743200" cy="1828800"/>
          </a:xfrm>
          <a:prstGeom prst="rect">
            <a:avLst/>
          </a:prstGeom>
          <a:solidFill>
            <a:srgbClr val="232F3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000" b="1">
                <a:solidFill>
                  <a:srgbClr val="FFD814"/>
                </a:solidFill>
              </a:defRPr>
            </a:pPr>
            <a:r>
              <a:t>[ QMetry logo ]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57600" y="1280160"/>
          <a:ext cx="804672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011680"/>
                <a:gridCol w="2011680"/>
                <a:gridCol w="2011680"/>
              </a:tblGrid>
              <a:tr h="304800">
                <a:tc>
                  <a:txBody>
                    <a:bodyPr/>
                    <a:lstStyle/>
                    <a:p>
                      <a:pPr>
                        <a:defRPr b="1" sz="1300"/>
                      </a:pPr>
                      <a:r>
                        <a:t>Actor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300"/>
                      </a:pPr>
                      <a:r>
                        <a:t>Event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300"/>
                      </a:pPr>
                      <a:r>
                        <a:t>Project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300"/>
                      </a:pPr>
                      <a:r>
                        <a:t>Date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alice@qm.io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Create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ProjectA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2026-04-24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bob@qm.io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Update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ProjectB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2026-04-25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carol@qm.io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Delete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ProjectA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2026-04-26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dave@qm.io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Copy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ProjectC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2026-04-27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erin@qm.io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Archive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ProjectB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2026-04-28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57200" y="3383280"/>
          <a:ext cx="11247120" cy="25603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