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Grouped Shape Diagram (parsing test)</a:t>
            </a:r>
          </a:p>
        </p:txBody>
      </p:sp>
      <p:grpSp>
        <p:nvGrpSpPr>
          <p:cNvPr id="100" name="ArchGroup"/>
          <p:cNvGrpSpPr/>
          <p:nvPr/>
        </p:nvGrpSpPr>
        <p:grpSpPr>
          <a:xfrm>
            <a:off x="914400" y="1828800"/>
            <a:ext cx="8534400" cy="1097280"/>
            <a:chOff x="914400" y="1828800"/>
            <a:chExt cx="8534400" cy="1097280"/>
          </a:xfrm>
        </p:grpSpPr>
        <p:sp>
          <p:nvSpPr>
            <p:cNvPr id="3" name="Rectangle 2"/>
            <p:cNvSpPr/>
            <p:nvPr/>
          </p:nvSpPr>
          <p:spPr>
            <a:xfrm>
              <a:off x="914400" y="1828800"/>
              <a:ext cx="228600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800" b="0"/>
                <a:t>Client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4114800" y="1828800"/>
              <a:ext cx="228600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800" b="0"/>
                <a:t>API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7315200" y="1828800"/>
              <a:ext cx="228600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800" b="0"/>
                <a:t>Database</a:t>
              </a:r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3200400" y="2377440"/>
              <a:ext cx="914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>
              <a:off x="6400800" y="2377440"/>
              <a:ext cx="914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InfraGroup"/>
          <p:cNvGrpSpPr/>
          <p:nvPr/>
        </p:nvGrpSpPr>
        <p:grpSpPr>
          <a:xfrm>
            <a:off x="10058400" y="4114800"/>
            <a:ext cx="1645920" cy="2011680"/>
            <a:chOff x="10058400" y="4114800"/>
            <a:chExt cx="1645920" cy="2011680"/>
          </a:xfrm>
        </p:grpSpPr>
        <p:sp>
          <p:nvSpPr>
            <p:cNvPr id="101" name="Oval 100"/>
            <p:cNvSpPr/>
            <p:nvPr/>
          </p:nvSpPr>
          <p:spPr>
            <a:xfrm>
              <a:off x="10058400" y="4114800"/>
              <a:ext cx="1645920" cy="8229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400" b="0"/>
                <a:t>Cache</a:t>
              </a:r>
            </a:p>
          </p:txBody>
        </p:sp>
        <p:sp>
          <p:nvSpPr>
            <p:cNvPr id="102" name="Oval 101"/>
            <p:cNvSpPr/>
            <p:nvPr/>
          </p:nvSpPr>
          <p:spPr>
            <a:xfrm>
              <a:off x="10058400" y="5303520"/>
              <a:ext cx="1645920" cy="8229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400" b="0"/>
                <a:t>Queue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