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QMetry Audit Log — Key Capabilities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event logging across projects, users, and 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Logs events: Create, Update, Delete, Copy, Move, Archive</a:t>
            </a:r>
          </a:p>
          <a:p>
            <a:pPr>
              <a:defRPr sz="2000"/>
            </a:pPr>
            <a:r>
              <a:t>Filters: Project, User, Date Range, Module, Entity Key</a:t>
            </a:r>
          </a:p>
          <a:p>
            <a:pPr>
              <a:defRPr sz="2000"/>
            </a:pPr>
            <a:r>
              <a:t>Automated email reports (PDF) to stakeholders</a:t>
            </a:r>
          </a:p>
          <a:p>
            <a:pPr>
              <a:defRPr sz="2000"/>
            </a:pPr>
            <a:r>
              <a:t>Configurable report frequency — daily, weekly, monthly</a:t>
            </a:r>
          </a:p>
          <a:p>
            <a:pPr>
              <a:defRPr sz="2000"/>
            </a:pPr>
            <a:r>
              <a:t>Multi-project audit trail across the organization</a:t>
            </a:r>
          </a:p>
          <a:p>
            <a:pPr>
              <a:defRPr sz="2000"/>
            </a:pPr>
            <a:r>
              <a:t>Role-based access to audit data</a:t>
            </a:r>
          </a:p>
          <a:p>
            <a:pPr>
              <a:defRPr sz="2000"/>
            </a:pPr>
            <a:r>
              <a:t>Native QMetry test-management integration</a:t>
            </a:r>
          </a:p>
          <a:p>
            <a:pPr>
              <a:defRPr sz="2000"/>
            </a:pPr>
            <a:r>
              <a:t>Compliance-ready: SOC 2, GDPR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