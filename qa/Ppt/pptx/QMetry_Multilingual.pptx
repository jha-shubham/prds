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QMetry Audit Log — Overview  [English]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Logs events like Create, Update, Delete, Copy across projects.</a:t>
            </a:r>
          </a:p>
          <a:p>
            <a:pPr>
              <a:defRPr sz="2000"/>
            </a:pPr>
            <a:r>
              <a:t>Filter reports by Project, User, Date Range, Module, and Entity Key.</a:t>
            </a:r>
          </a:p>
          <a:p>
            <a:pPr>
              <a:defRPr sz="2000"/>
            </a:pPr>
            <a:r>
              <a:t>Automatically email PDF reports to stakeholders at a set frequency.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QMetry ऑडिट लॉग — अवलोकन  [हिन्दी]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Create, Update, Delete, Copy जैसी इवेंट्स को प्रोजेक्ट्स के पार लॉग करता है।</a:t>
            </a:r>
          </a:p>
          <a:p>
            <a:pPr>
              <a:defRPr sz="2000"/>
            </a:pPr>
            <a:r>
              <a:t>Project, User, Date Range, Module और Entity Key के आधार पर रिपोर्ट फ़िल्टर करें।</a:t>
            </a:r>
          </a:p>
          <a:p>
            <a:pPr>
              <a:defRPr sz="2000"/>
            </a:pPr>
            <a:r>
              <a:t>हितधारकों को निर्धारित अंतराल पर PDF रिपोर्ट स्वचालित रूप से ईमेल करें।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QMetry 审计日志 — 概览  [中文]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跨项目记录 Create、Update、Delete、Copy 等事件。</a:t>
            </a:r>
          </a:p>
          <a:p>
            <a:pPr>
              <a:defRPr sz="2000"/>
            </a:pPr>
            <a:r>
              <a:t>按项目、用户、日期范围、模块和实体键筛选报告。</a:t>
            </a:r>
          </a:p>
          <a:p>
            <a:pPr>
              <a:defRPr sz="2000"/>
            </a:pPr>
            <a:r>
              <a:t>按设定频率自动向相关人员发送 PDF 报告。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سجل تدقيق QMetry - نظرة عامة  [العربية]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يسجل الأحداث مثل Create و Update و Delete و Copy عبر المشاريع.</a:t>
            </a:r>
          </a:p>
          <a:p>
            <a:pPr>
              <a:defRPr sz="2000"/>
            </a:pPr>
            <a:r>
              <a:t>تصفية التقارير حسب المشروع والمستخدم والنطاق الزمني والوحدة ومفتاح الكيان.</a:t>
            </a:r>
          </a:p>
          <a:p>
            <a:pPr>
              <a:defRPr sz="2000"/>
            </a:pPr>
            <a:r>
              <a:t>إرسال تقارير PDF تلقائيا بالبريد الإلكتروني إلى أصحاب المصلحة بتردد محدد.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Registro de auditoría de QMetry — Resumen  [Español]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Registra eventos como Create, Update, Delete y Copy entre proyectos.</a:t>
            </a:r>
          </a:p>
          <a:p>
            <a:pPr>
              <a:defRPr sz="2000"/>
            </a:pPr>
            <a:r>
              <a:t>Filtra informes por Proyecto, Usuario, Rango de fechas, Módulo y Clave de entidad.</a:t>
            </a:r>
          </a:p>
          <a:p>
            <a:pPr>
              <a:defRPr sz="2000"/>
            </a:pPr>
            <a:r>
              <a:t>Envía automáticamente informes en PDF a los interesados con una frecuencia establecida.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QMetry 監査ログ — 概要  [日本語]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プロジェクトをまたいで Create、Update、Delete、Copy などのイベントを記録します。</a:t>
            </a:r>
          </a:p>
          <a:p>
            <a:pPr>
              <a:defRPr sz="2000"/>
            </a:pPr>
            <a:r>
              <a:t>プロジェクト、ユーザー、日付範囲、モジュール、エンティティキーでレポートをフィルタできます。</a:t>
            </a:r>
          </a:p>
          <a:p>
            <a:pPr>
              <a:defRPr sz="2000"/>
            </a:pPr>
            <a:r>
              <a:t>設定された頻度で関係者に PDF レポートを自動送信します。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